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embeddedFontLst>
    <p:embeddedFont>
      <p:font typeface="Posterama" panose="020B0504020200020000" pitchFamily="34" charset="0"/>
      <p:regular r:id="rId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248"/>
    <p:restoredTop sz="94658"/>
  </p:normalViewPr>
  <p:slideViewPr>
    <p:cSldViewPr snapToGrid="0">
      <p:cViewPr varScale="1">
        <p:scale>
          <a:sx n="120" d="100"/>
          <a:sy n="120" d="100"/>
        </p:scale>
        <p:origin x="568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font" Target="fonts/font1.fntdata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AD8980-7A8A-CE6F-CD09-477B1721B4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8AA9142-E28D-5257-28D7-42B680D8558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501D7D-22F3-D191-4E6E-165F52B59D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251D26-6D49-124B-9326-E510FA8E037D}" type="datetimeFigureOut">
              <a:rPr lang="en-US" smtClean="0"/>
              <a:t>2/12/26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6B9078-7744-CC57-DC13-920B827D33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08AC65-C1F1-5DC9-1326-EA1AFF696F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F15B27-2103-8E4C-A9E8-10E1429ACE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80340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6A7019-6A43-17B6-A110-3FE38E845D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82F288-8A9F-097C-09E8-9C322B4C6B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E771AE-1267-2A31-73E1-E052D2716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251D26-6D49-124B-9326-E510FA8E037D}" type="datetimeFigureOut">
              <a:rPr lang="en-US" smtClean="0"/>
              <a:t>2/12/26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90B4CF-A6BF-ACA5-9BA7-F7A42A758B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EED823-5F2A-434A-6579-2E1DA861C9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F15B27-2103-8E4C-A9E8-10E1429ACE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95496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75CDA6-20DE-12F5-DC9F-7B788B7B50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AAF9A7-23F6-8676-40D8-EEE7C2EAE7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45CF65-6C0B-45B3-C83A-DC019B3EA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251D26-6D49-124B-9326-E510FA8E037D}" type="datetimeFigureOut">
              <a:rPr lang="en-US" smtClean="0"/>
              <a:t>2/12/26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1C7857-D240-4294-E462-D5CB0B6730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03A5A4-9EAC-A62A-C1A8-7C42DA80C9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F15B27-2103-8E4C-A9E8-10E1429ACE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2350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6B13AF-0060-9729-BEC1-2C51EA52BC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55A19E-2637-9CA6-17B5-53159EB5FEC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CC95F26-2CC1-2CF3-89C6-85C0C08D1F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AB488CE-BB24-2B17-6D79-5447E8842D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251D26-6D49-124B-9326-E510FA8E037D}" type="datetimeFigureOut">
              <a:rPr lang="en-US" smtClean="0"/>
              <a:t>2/12/26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0799F2-D13B-BCCD-10BF-52B6D9E7C5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933A4B-60C4-9662-A79F-ABA7F4A5B7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F15B27-2103-8E4C-A9E8-10E1429ACE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59982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0BC627-0DA8-D5B5-03D2-D0F62D9819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2DD881-119A-014B-7660-CF96E58B86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11C2FEB-160F-F28D-9D46-8E5FD31840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CD21B7F-7B2F-71C8-EABC-C5DFE651D7D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2BDE8D0-7DF7-97B5-D5DF-AF226EF6F2F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9BE8272-44B8-D19C-C8DA-DDD9F416DC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251D26-6D49-124B-9326-E510FA8E037D}" type="datetimeFigureOut">
              <a:rPr lang="en-US" smtClean="0"/>
              <a:t>2/12/26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7AE05CB-7A68-9181-7C63-39B23D050F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00F2980-7D3A-A067-6E51-0DE46298E0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F15B27-2103-8E4C-A9E8-10E1429ACE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75752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524971-28F1-A24E-EB44-B0D44219F9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F742B3F-188B-1976-728F-5AA3F4A1EF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251D26-6D49-124B-9326-E510FA8E037D}" type="datetimeFigureOut">
              <a:rPr lang="en-US" smtClean="0"/>
              <a:t>2/12/26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1E4AFDA-DA3F-E6E0-BC44-DF262F0FCA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F2243FC-1E0B-0DC6-6C2D-AC8BFBA798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F15B27-2103-8E4C-A9E8-10E1429ACE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47319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35C075D-1371-D2C5-0F96-09CDFE8BD5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251D26-6D49-124B-9326-E510FA8E037D}" type="datetimeFigureOut">
              <a:rPr lang="en-US" smtClean="0"/>
              <a:t>2/12/26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06407C6-7860-D4F0-8E2A-4DB6856013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ADF7B3-AB51-A220-55CD-71092F95B5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F15B27-2103-8E4C-A9E8-10E1429ACE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21567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30F858-ECA4-1286-4D8D-DBDECD7D1E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95485C-ED81-A740-0FDB-C5AAAE3C51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7E5FB06-FEB5-CB0F-4FC1-AD70C1EBBCF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B08216-3E40-FE48-1D8F-275F688874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251D26-6D49-124B-9326-E510FA8E037D}" type="datetimeFigureOut">
              <a:rPr lang="en-US" smtClean="0"/>
              <a:t>2/12/26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EE1EE8E-C0AB-076F-0A2E-674D0F3011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CB4E8B5-BD3F-F369-0620-EA1BBB3932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F15B27-2103-8E4C-A9E8-10E1429ACE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9723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30C10A-A7D0-7ED6-3145-2BDC551CB5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C0F2E6-5DB4-A638-63EC-E9D3C069F80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B28D9D4-3DDC-498E-DF75-25BD193009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4CD3B8-93DB-B0BA-FC1D-43C66D39B6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251D26-6D49-124B-9326-E510FA8E037D}" type="datetimeFigureOut">
              <a:rPr lang="en-US" smtClean="0"/>
              <a:t>2/12/26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D549D4-FA92-D56C-C6CB-7E15B2BB8C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C8D73D-1D3C-5FB0-CEC2-85AA963224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F15B27-2103-8E4C-A9E8-10E1429ACE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76872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3B9170-A47D-BD92-B03D-F927596A6C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FACE221-CFDF-C20D-68B4-6C3A2068A33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8250BD-05FD-FAB6-6892-3090DF26EA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251D26-6D49-124B-9326-E510FA8E037D}" type="datetimeFigureOut">
              <a:rPr lang="en-US" smtClean="0"/>
              <a:t>2/12/26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9B68A5-7043-6F73-ACEC-D409BAC416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703A90-21CC-EEFA-5504-E362AEE35B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F15B27-2103-8E4C-A9E8-10E1429ACE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97097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DB985CD-443E-9B1E-90E2-DBC25125C15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BBB1E7A-D210-0794-C31A-5B40FA015FB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F2F157-613C-9E28-FB02-D5812B9C1F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251D26-6D49-124B-9326-E510FA8E037D}" type="datetimeFigureOut">
              <a:rPr lang="en-US" smtClean="0"/>
              <a:t>2/12/26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2B35ED-C619-4883-5142-219E8CE218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498FF7-B6B9-9BE1-008E-7443F219F7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F15B27-2103-8E4C-A9E8-10E1429ACE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88601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175F34B-FFD0-F367-5BFA-0F4B029452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34A06F-7336-C7F4-DC62-C5FABC7609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119B20-AEEF-447D-225B-8AD1391475D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5251D26-6D49-124B-9326-E510FA8E037D}" type="datetimeFigureOut">
              <a:rPr lang="en-US" smtClean="0"/>
              <a:t>2/12/26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77416-2CEF-F285-32C6-C452492A875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C811D9-D501-D67E-F756-5FA9EDF2B4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6F15B27-2103-8E4C-A9E8-10E1429ACE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68831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D9FC6AC-4A12-4825-8ABE-0732B8EF4D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9A1FBEB-ECF1-74B6-BFCC-1FD1912A121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039" r="1" b="9353"/>
          <a:stretch>
            <a:fillRect/>
          </a:stretch>
        </p:blipFill>
        <p:spPr>
          <a:xfrm>
            <a:off x="2" y="970030"/>
            <a:ext cx="10184779" cy="5887969"/>
          </a:xfrm>
          <a:custGeom>
            <a:avLst/>
            <a:gdLst/>
            <a:ahLst/>
            <a:cxnLst/>
            <a:rect l="l" t="t" r="r" b="b"/>
            <a:pathLst>
              <a:path w="11862683" h="6858000">
                <a:moveTo>
                  <a:pt x="0" y="0"/>
                </a:moveTo>
                <a:lnTo>
                  <a:pt x="4038600" y="0"/>
                </a:lnTo>
                <a:lnTo>
                  <a:pt x="4114800" y="0"/>
                </a:lnTo>
                <a:lnTo>
                  <a:pt x="4282294" y="0"/>
                </a:lnTo>
                <a:lnTo>
                  <a:pt x="6139260" y="0"/>
                </a:lnTo>
                <a:lnTo>
                  <a:pt x="6362810" y="0"/>
                </a:lnTo>
                <a:lnTo>
                  <a:pt x="7272221" y="0"/>
                </a:lnTo>
                <a:lnTo>
                  <a:pt x="10815342" y="0"/>
                </a:lnTo>
                <a:cubicBezTo>
                  <a:pt x="10709672" y="35571"/>
                  <a:pt x="10607020" y="78255"/>
                  <a:pt x="10501350" y="110269"/>
                </a:cubicBezTo>
                <a:cubicBezTo>
                  <a:pt x="10516447" y="145839"/>
                  <a:pt x="10531542" y="138725"/>
                  <a:pt x="10546639" y="135168"/>
                </a:cubicBezTo>
                <a:cubicBezTo>
                  <a:pt x="10637212" y="120941"/>
                  <a:pt x="10730806" y="110269"/>
                  <a:pt x="10818360" y="71141"/>
                </a:cubicBezTo>
                <a:cubicBezTo>
                  <a:pt x="10839496" y="64027"/>
                  <a:pt x="10863648" y="64027"/>
                  <a:pt x="10872705" y="88927"/>
                </a:cubicBezTo>
                <a:cubicBezTo>
                  <a:pt x="10887801" y="124497"/>
                  <a:pt x="10866668" y="145839"/>
                  <a:pt x="10845532" y="163625"/>
                </a:cubicBezTo>
                <a:cubicBezTo>
                  <a:pt x="10809304" y="195638"/>
                  <a:pt x="10767036" y="188525"/>
                  <a:pt x="10727787" y="192082"/>
                </a:cubicBezTo>
                <a:cubicBezTo>
                  <a:pt x="10619098" y="209867"/>
                  <a:pt x="10567772" y="259665"/>
                  <a:pt x="10543619" y="373491"/>
                </a:cubicBezTo>
                <a:cubicBezTo>
                  <a:pt x="10637212" y="327250"/>
                  <a:pt x="10730806" y="384162"/>
                  <a:pt x="10821380" y="352148"/>
                </a:cubicBezTo>
                <a:cubicBezTo>
                  <a:pt x="10845532" y="345034"/>
                  <a:pt x="10881763" y="355706"/>
                  <a:pt x="10869686" y="394834"/>
                </a:cubicBezTo>
                <a:cubicBezTo>
                  <a:pt x="10857610" y="430405"/>
                  <a:pt x="10818360" y="458860"/>
                  <a:pt x="10887801" y="451747"/>
                </a:cubicBezTo>
                <a:cubicBezTo>
                  <a:pt x="10939127" y="448189"/>
                  <a:pt x="10954222" y="405504"/>
                  <a:pt x="10969318" y="359262"/>
                </a:cubicBezTo>
                <a:cubicBezTo>
                  <a:pt x="10981394" y="334364"/>
                  <a:pt x="11014605" y="320135"/>
                  <a:pt x="11038758" y="334364"/>
                </a:cubicBezTo>
                <a:cubicBezTo>
                  <a:pt x="11068949" y="348592"/>
                  <a:pt x="11059892" y="387720"/>
                  <a:pt x="11059892" y="416176"/>
                </a:cubicBezTo>
                <a:cubicBezTo>
                  <a:pt x="11062912" y="469532"/>
                  <a:pt x="11038758" y="494431"/>
                  <a:pt x="10996491" y="505101"/>
                </a:cubicBezTo>
                <a:cubicBezTo>
                  <a:pt x="10945164" y="519330"/>
                  <a:pt x="10893840" y="537116"/>
                  <a:pt x="10827418" y="558458"/>
                </a:cubicBezTo>
                <a:cubicBezTo>
                  <a:pt x="10899878" y="594028"/>
                  <a:pt x="10954222" y="586915"/>
                  <a:pt x="11008566" y="558458"/>
                </a:cubicBezTo>
                <a:cubicBezTo>
                  <a:pt x="11074988" y="526444"/>
                  <a:pt x="11162542" y="483759"/>
                  <a:pt x="11216886" y="522887"/>
                </a:cubicBezTo>
                <a:cubicBezTo>
                  <a:pt x="11298403" y="579800"/>
                  <a:pt x="11364824" y="544229"/>
                  <a:pt x="11437284" y="533558"/>
                </a:cubicBezTo>
                <a:cubicBezTo>
                  <a:pt x="11588242" y="512216"/>
                  <a:pt x="11494648" y="480203"/>
                  <a:pt x="11645605" y="462417"/>
                </a:cubicBezTo>
                <a:cubicBezTo>
                  <a:pt x="11705988" y="455303"/>
                  <a:pt x="11769390" y="426847"/>
                  <a:pt x="11856944" y="465975"/>
                </a:cubicBezTo>
                <a:cubicBezTo>
                  <a:pt x="11461437" y="672284"/>
                  <a:pt x="11274250" y="658055"/>
                  <a:pt x="10921012" y="910606"/>
                </a:cubicBezTo>
                <a:cubicBezTo>
                  <a:pt x="10936107" y="935506"/>
                  <a:pt x="10951202" y="924835"/>
                  <a:pt x="10966299" y="921277"/>
                </a:cubicBezTo>
                <a:cubicBezTo>
                  <a:pt x="10990452" y="917720"/>
                  <a:pt x="11020644" y="903491"/>
                  <a:pt x="11026682" y="949734"/>
                </a:cubicBezTo>
                <a:cubicBezTo>
                  <a:pt x="11029702" y="985305"/>
                  <a:pt x="11011585" y="1003089"/>
                  <a:pt x="10981394" y="1006647"/>
                </a:cubicBezTo>
                <a:cubicBezTo>
                  <a:pt x="10893840" y="1020875"/>
                  <a:pt x="10815342" y="1070674"/>
                  <a:pt x="10736844" y="1113358"/>
                </a:cubicBezTo>
                <a:cubicBezTo>
                  <a:pt x="10700615" y="1131144"/>
                  <a:pt x="10661366" y="1156043"/>
                  <a:pt x="10676462" y="1220069"/>
                </a:cubicBezTo>
                <a:cubicBezTo>
                  <a:pt x="10706652" y="1237855"/>
                  <a:pt x="10727787" y="1212955"/>
                  <a:pt x="10751940" y="1209399"/>
                </a:cubicBezTo>
                <a:cubicBezTo>
                  <a:pt x="10776093" y="1205842"/>
                  <a:pt x="10833457" y="1220069"/>
                  <a:pt x="10818360" y="1230741"/>
                </a:cubicBezTo>
                <a:cubicBezTo>
                  <a:pt x="10748920" y="1269868"/>
                  <a:pt x="10875724" y="1365909"/>
                  <a:pt x="10791190" y="1365909"/>
                </a:cubicBezTo>
                <a:cubicBezTo>
                  <a:pt x="10652309" y="1365909"/>
                  <a:pt x="10576830" y="1536647"/>
                  <a:pt x="10443988" y="1540204"/>
                </a:cubicBezTo>
                <a:cubicBezTo>
                  <a:pt x="10422854" y="1540204"/>
                  <a:pt x="10413797" y="1572219"/>
                  <a:pt x="10413797" y="1597117"/>
                </a:cubicBezTo>
                <a:cubicBezTo>
                  <a:pt x="10413797" y="1629132"/>
                  <a:pt x="10434930" y="1632688"/>
                  <a:pt x="10456064" y="1636245"/>
                </a:cubicBezTo>
                <a:cubicBezTo>
                  <a:pt x="10489275" y="1639802"/>
                  <a:pt x="10525504" y="1597117"/>
                  <a:pt x="10567772" y="1657587"/>
                </a:cubicBezTo>
                <a:cubicBezTo>
                  <a:pt x="10489275" y="1693158"/>
                  <a:pt x="10407758" y="1728729"/>
                  <a:pt x="10410777" y="1849668"/>
                </a:cubicBezTo>
                <a:cubicBezTo>
                  <a:pt x="10410777" y="1881683"/>
                  <a:pt x="10377566" y="1895910"/>
                  <a:pt x="10353413" y="1903025"/>
                </a:cubicBezTo>
                <a:cubicBezTo>
                  <a:pt x="10311146" y="1917252"/>
                  <a:pt x="10277935" y="1938595"/>
                  <a:pt x="10253782" y="1984836"/>
                </a:cubicBezTo>
                <a:cubicBezTo>
                  <a:pt x="10253782" y="1995507"/>
                  <a:pt x="10253782" y="2002622"/>
                  <a:pt x="10253782" y="2013292"/>
                </a:cubicBezTo>
                <a:cubicBezTo>
                  <a:pt x="10259820" y="2123562"/>
                  <a:pt x="10320202" y="2120004"/>
                  <a:pt x="10386624" y="2102219"/>
                </a:cubicBezTo>
                <a:cubicBezTo>
                  <a:pt x="10465122" y="2080877"/>
                  <a:pt x="10543619" y="2038192"/>
                  <a:pt x="10628156" y="2077320"/>
                </a:cubicBezTo>
                <a:cubicBezTo>
                  <a:pt x="10510408" y="2130676"/>
                  <a:pt x="10380586" y="2134233"/>
                  <a:pt x="10271896" y="2208931"/>
                </a:cubicBezTo>
                <a:cubicBezTo>
                  <a:pt x="10676462" y="2223159"/>
                  <a:pt x="11032720" y="1984836"/>
                  <a:pt x="11425208" y="1892353"/>
                </a:cubicBezTo>
                <a:cubicBezTo>
                  <a:pt x="11413131" y="1952823"/>
                  <a:pt x="11379920" y="1967051"/>
                  <a:pt x="11352748" y="1974165"/>
                </a:cubicBezTo>
                <a:cubicBezTo>
                  <a:pt x="11207830" y="2020407"/>
                  <a:pt x="11081026" y="2112891"/>
                  <a:pt x="10948184" y="2191146"/>
                </a:cubicBezTo>
                <a:cubicBezTo>
                  <a:pt x="10893840" y="2223159"/>
                  <a:pt x="10854590" y="2258731"/>
                  <a:pt x="10833457" y="2326314"/>
                </a:cubicBezTo>
                <a:cubicBezTo>
                  <a:pt x="10815342" y="2390340"/>
                  <a:pt x="10779112" y="2418796"/>
                  <a:pt x="10712690" y="2401012"/>
                </a:cubicBezTo>
                <a:cubicBezTo>
                  <a:pt x="10658346" y="2386784"/>
                  <a:pt x="10600982" y="2393898"/>
                  <a:pt x="10543619" y="2401012"/>
                </a:cubicBezTo>
                <a:cubicBezTo>
                  <a:pt x="10480218" y="2408126"/>
                  <a:pt x="10407758" y="2479267"/>
                  <a:pt x="10422854" y="2518395"/>
                </a:cubicBezTo>
                <a:cubicBezTo>
                  <a:pt x="10453044" y="2582422"/>
                  <a:pt x="10504370" y="2550408"/>
                  <a:pt x="10546639" y="2543294"/>
                </a:cubicBezTo>
                <a:cubicBezTo>
                  <a:pt x="10597964" y="2536181"/>
                  <a:pt x="10691556" y="2518395"/>
                  <a:pt x="10691556" y="2525509"/>
                </a:cubicBezTo>
                <a:cubicBezTo>
                  <a:pt x="10724768" y="2685576"/>
                  <a:pt x="10800246" y="2564636"/>
                  <a:pt x="10854590" y="2564636"/>
                </a:cubicBezTo>
                <a:cubicBezTo>
                  <a:pt x="10905916" y="2564636"/>
                  <a:pt x="10957241" y="2546851"/>
                  <a:pt x="11005548" y="2532623"/>
                </a:cubicBezTo>
                <a:cubicBezTo>
                  <a:pt x="11068949" y="2514837"/>
                  <a:pt x="11126312" y="2546851"/>
                  <a:pt x="11186696" y="2553965"/>
                </a:cubicBezTo>
                <a:cubicBezTo>
                  <a:pt x="11241040" y="2561080"/>
                  <a:pt x="11210850" y="2653563"/>
                  <a:pt x="11244060" y="2692689"/>
                </a:cubicBezTo>
                <a:cubicBezTo>
                  <a:pt x="11250097" y="2703362"/>
                  <a:pt x="11256136" y="2703362"/>
                  <a:pt x="11262174" y="2703362"/>
                </a:cubicBezTo>
                <a:cubicBezTo>
                  <a:pt x="11280289" y="2980812"/>
                  <a:pt x="11597299" y="2913227"/>
                  <a:pt x="11597299" y="2923898"/>
                </a:cubicBezTo>
                <a:cubicBezTo>
                  <a:pt x="11624471" y="2941684"/>
                  <a:pt x="11657682" y="2899000"/>
                  <a:pt x="11690892" y="2941684"/>
                </a:cubicBezTo>
                <a:cubicBezTo>
                  <a:pt x="11548993" y="3137322"/>
                  <a:pt x="11331614" y="3183563"/>
                  <a:pt x="11138390" y="3329402"/>
                </a:cubicBezTo>
                <a:cubicBezTo>
                  <a:pt x="11298403" y="3379202"/>
                  <a:pt x="11391998" y="3208463"/>
                  <a:pt x="11509744" y="3229805"/>
                </a:cubicBezTo>
                <a:cubicBezTo>
                  <a:pt x="11567107" y="3283162"/>
                  <a:pt x="11395016" y="3368530"/>
                  <a:pt x="11561068" y="3393429"/>
                </a:cubicBezTo>
                <a:cubicBezTo>
                  <a:pt x="11488610" y="3439672"/>
                  <a:pt x="11437284" y="3485914"/>
                  <a:pt x="11385959" y="3539269"/>
                </a:cubicBezTo>
                <a:cubicBezTo>
                  <a:pt x="11298403" y="3635309"/>
                  <a:pt x="11280289" y="3699337"/>
                  <a:pt x="11322556" y="3827390"/>
                </a:cubicBezTo>
                <a:cubicBezTo>
                  <a:pt x="11349730" y="3912759"/>
                  <a:pt x="11388978" y="3991015"/>
                  <a:pt x="11352748" y="4090612"/>
                </a:cubicBezTo>
                <a:cubicBezTo>
                  <a:pt x="11328595" y="4158196"/>
                  <a:pt x="11337653" y="4204438"/>
                  <a:pt x="11428226" y="4172424"/>
                </a:cubicBezTo>
                <a:cubicBezTo>
                  <a:pt x="11524840" y="4140411"/>
                  <a:pt x="11561068" y="4200882"/>
                  <a:pt x="11536915" y="4321821"/>
                </a:cubicBezTo>
                <a:cubicBezTo>
                  <a:pt x="11521821" y="4400076"/>
                  <a:pt x="11536915" y="4424975"/>
                  <a:pt x="11603338" y="4414305"/>
                </a:cubicBezTo>
                <a:cubicBezTo>
                  <a:pt x="11675796" y="4403633"/>
                  <a:pt x="11745236" y="4353835"/>
                  <a:pt x="11835811" y="4378734"/>
                </a:cubicBezTo>
                <a:cubicBezTo>
                  <a:pt x="11763352" y="4521016"/>
                  <a:pt x="11609374" y="4478331"/>
                  <a:pt x="11524840" y="4613499"/>
                </a:cubicBezTo>
                <a:cubicBezTo>
                  <a:pt x="11624471" y="4613499"/>
                  <a:pt x="11702969" y="4613499"/>
                  <a:pt x="11775427" y="4585042"/>
                </a:cubicBezTo>
                <a:cubicBezTo>
                  <a:pt x="11805619" y="4574373"/>
                  <a:pt x="11838830" y="4560144"/>
                  <a:pt x="11856944" y="4602828"/>
                </a:cubicBezTo>
                <a:cubicBezTo>
                  <a:pt x="11878080" y="4652628"/>
                  <a:pt x="11835811" y="4670412"/>
                  <a:pt x="11811658" y="4677526"/>
                </a:cubicBezTo>
                <a:cubicBezTo>
                  <a:pt x="11742216" y="4702425"/>
                  <a:pt x="11687874" y="4759339"/>
                  <a:pt x="11627490" y="4805580"/>
                </a:cubicBezTo>
                <a:cubicBezTo>
                  <a:pt x="11497668" y="4905177"/>
                  <a:pt x="11355767" y="4990547"/>
                  <a:pt x="11247078" y="5154171"/>
                </a:cubicBezTo>
                <a:cubicBezTo>
                  <a:pt x="11382940" y="5111487"/>
                  <a:pt x="11485590" y="5011889"/>
                  <a:pt x="11615414" y="4994104"/>
                </a:cubicBezTo>
                <a:cubicBezTo>
                  <a:pt x="11503704" y="5143500"/>
                  <a:pt x="11361806" y="5243097"/>
                  <a:pt x="11228964" y="5353367"/>
                </a:cubicBezTo>
                <a:cubicBezTo>
                  <a:pt x="11189714" y="5385379"/>
                  <a:pt x="11150466" y="5406721"/>
                  <a:pt x="11144428" y="5474306"/>
                </a:cubicBezTo>
                <a:cubicBezTo>
                  <a:pt x="11126312" y="5605917"/>
                  <a:pt x="11078008" y="5712629"/>
                  <a:pt x="10969318" y="5769542"/>
                </a:cubicBezTo>
                <a:cubicBezTo>
                  <a:pt x="10969318" y="5769542"/>
                  <a:pt x="10975356" y="5790884"/>
                  <a:pt x="10978374" y="5801555"/>
                </a:cubicBezTo>
                <a:cubicBezTo>
                  <a:pt x="11044797" y="5805112"/>
                  <a:pt x="11096122" y="5726858"/>
                  <a:pt x="11177639" y="5755314"/>
                </a:cubicBezTo>
                <a:cubicBezTo>
                  <a:pt x="11096122" y="5862025"/>
                  <a:pt x="11029702" y="5954508"/>
                  <a:pt x="10917992" y="6004307"/>
                </a:cubicBezTo>
                <a:cubicBezTo>
                  <a:pt x="10827418" y="6043434"/>
                  <a:pt x="10715710" y="6068335"/>
                  <a:pt x="10649289" y="6196388"/>
                </a:cubicBezTo>
                <a:cubicBezTo>
                  <a:pt x="10724768" y="6221287"/>
                  <a:pt x="10782132" y="6189274"/>
                  <a:pt x="10839496" y="6167932"/>
                </a:cubicBezTo>
                <a:cubicBezTo>
                  <a:pt x="10927050" y="6132361"/>
                  <a:pt x="11014605" y="6093234"/>
                  <a:pt x="11102160" y="6057663"/>
                </a:cubicBezTo>
                <a:cubicBezTo>
                  <a:pt x="11135372" y="6043434"/>
                  <a:pt x="11171600" y="6036320"/>
                  <a:pt x="11192734" y="6100347"/>
                </a:cubicBezTo>
                <a:cubicBezTo>
                  <a:pt x="11081026" y="6114575"/>
                  <a:pt x="11014605" y="6199945"/>
                  <a:pt x="10945164" y="6281757"/>
                </a:cubicBezTo>
                <a:cubicBezTo>
                  <a:pt x="10905916" y="6327999"/>
                  <a:pt x="10872705" y="6388469"/>
                  <a:pt x="10803265" y="6367127"/>
                </a:cubicBezTo>
                <a:cubicBezTo>
                  <a:pt x="10767036" y="6356456"/>
                  <a:pt x="10742882" y="6388469"/>
                  <a:pt x="10745901" y="6431153"/>
                </a:cubicBezTo>
                <a:cubicBezTo>
                  <a:pt x="10760998" y="6580550"/>
                  <a:pt x="10673442" y="6630349"/>
                  <a:pt x="10582868" y="6658805"/>
                </a:cubicBezTo>
                <a:cubicBezTo>
                  <a:pt x="10450026" y="6701489"/>
                  <a:pt x="10332280" y="6786859"/>
                  <a:pt x="10208496" y="6858000"/>
                </a:cubicBezTo>
                <a:lnTo>
                  <a:pt x="7272221" y="6858000"/>
                </a:lnTo>
                <a:lnTo>
                  <a:pt x="6362810" y="6858000"/>
                </a:lnTo>
                <a:lnTo>
                  <a:pt x="6139260" y="6858000"/>
                </a:lnTo>
                <a:lnTo>
                  <a:pt x="4282294" y="6858000"/>
                </a:lnTo>
                <a:lnTo>
                  <a:pt x="4114800" y="6858000"/>
                </a:lnTo>
                <a:lnTo>
                  <a:pt x="40386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8D40918-033C-D7F7-CB86-22CE285EAAE8}"/>
              </a:ext>
            </a:extLst>
          </p:cNvPr>
          <p:cNvSpPr txBox="1"/>
          <p:nvPr/>
        </p:nvSpPr>
        <p:spPr>
          <a:xfrm>
            <a:off x="212941" y="100209"/>
            <a:ext cx="845507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chemeClr val="bg1"/>
                </a:solidFill>
                <a:latin typeface="Posterama" panose="020B0504020200020000" pitchFamily="34" charset="0"/>
                <a:cs typeface="Posterama" panose="020B0504020200020000" pitchFamily="34" charset="0"/>
              </a:rPr>
              <a:t>2026 </a:t>
            </a:r>
            <a:r>
              <a:rPr lang="en-US" sz="3600" dirty="0" err="1">
                <a:solidFill>
                  <a:schemeClr val="bg1"/>
                </a:solidFill>
                <a:latin typeface="Posterama" panose="020B0504020200020000" pitchFamily="34" charset="0"/>
                <a:cs typeface="Posterama" panose="020B0504020200020000" pitchFamily="34" charset="0"/>
              </a:rPr>
              <a:t>iCTF</a:t>
            </a:r>
            <a:r>
              <a:rPr lang="en-US" sz="3600" dirty="0">
                <a:solidFill>
                  <a:schemeClr val="bg1"/>
                </a:solidFill>
                <a:latin typeface="Posterama" panose="020B0504020200020000" pitchFamily="34" charset="0"/>
                <a:cs typeface="Posterama" panose="020B0504020200020000" pitchFamily="34" charset="0"/>
              </a:rPr>
              <a:t>: Battle of the Agents!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E85ED7A-C61B-EA12-C8B3-4533108C0908}"/>
              </a:ext>
            </a:extLst>
          </p:cNvPr>
          <p:cNvSpPr txBox="1"/>
          <p:nvPr/>
        </p:nvSpPr>
        <p:spPr>
          <a:xfrm>
            <a:off x="237992" y="741176"/>
            <a:ext cx="84550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Posterama" panose="020B0504020200020000" pitchFamily="34" charset="0"/>
                <a:cs typeface="Posterama" panose="020B0504020200020000" pitchFamily="34" charset="0"/>
              </a:rPr>
              <a:t>March 9, 2026, 10am – March 13, 2026, 4pm, PST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BA8CAB5-2DB1-9811-1B7A-7EE1D3059EC6}"/>
              </a:ext>
            </a:extLst>
          </p:cNvPr>
          <p:cNvSpPr txBox="1"/>
          <p:nvPr/>
        </p:nvSpPr>
        <p:spPr>
          <a:xfrm>
            <a:off x="10119789" y="1903956"/>
            <a:ext cx="199400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</a:rPr>
              <a:t>https://</a:t>
            </a:r>
            <a:r>
              <a:rPr lang="en-US" sz="1400" dirty="0" err="1">
                <a:solidFill>
                  <a:schemeClr val="bg1"/>
                </a:solidFill>
              </a:rPr>
              <a:t>ictf.cs.ucsb.edu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8C4330F-9981-52D8-412E-F8E515054BD6}"/>
              </a:ext>
            </a:extLst>
          </p:cNvPr>
          <p:cNvSpPr txBox="1"/>
          <p:nvPr/>
        </p:nvSpPr>
        <p:spPr>
          <a:xfrm rot="16200000">
            <a:off x="8975593" y="3653589"/>
            <a:ext cx="4716050" cy="1692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  <a:latin typeface="Posterama" panose="020B0504020200020000" pitchFamily="34" charset="0"/>
                <a:cs typeface="Posterama" panose="020B0504020200020000" pitchFamily="34" charset="0"/>
              </a:rPr>
              <a:t>1. Register a team</a:t>
            </a:r>
          </a:p>
          <a:p>
            <a:r>
              <a:rPr lang="en-US" sz="2800" dirty="0">
                <a:solidFill>
                  <a:schemeClr val="bg1"/>
                </a:solidFill>
                <a:latin typeface="Posterama" panose="020B0504020200020000" pitchFamily="34" charset="0"/>
                <a:cs typeface="Posterama" panose="020B0504020200020000" pitchFamily="34" charset="0"/>
              </a:rPr>
              <a:t>2. Join the Discord channel</a:t>
            </a:r>
          </a:p>
          <a:p>
            <a:r>
              <a:rPr lang="en-US" sz="2800" dirty="0">
                <a:solidFill>
                  <a:schemeClr val="bg1"/>
                </a:solidFill>
                <a:latin typeface="Posterama" panose="020B0504020200020000" pitchFamily="34" charset="0"/>
                <a:cs typeface="Posterama" panose="020B0504020200020000" pitchFamily="34" charset="0"/>
              </a:rPr>
              <a:t>3. Play!</a:t>
            </a:r>
            <a:br>
              <a:rPr lang="en-US" sz="2800" dirty="0">
                <a:solidFill>
                  <a:schemeClr val="bg1"/>
                </a:solidFill>
                <a:latin typeface="Posterama" panose="020B0504020200020000" pitchFamily="34" charset="0"/>
                <a:cs typeface="Posterama" panose="020B0504020200020000" pitchFamily="34" charset="0"/>
              </a:rPr>
            </a:br>
            <a:r>
              <a:rPr lang="en-US" dirty="0">
                <a:solidFill>
                  <a:schemeClr val="bg1"/>
                </a:solidFill>
                <a:latin typeface="Posterama" panose="020B0504020200020000" pitchFamily="34" charset="0"/>
                <a:cs typeface="Posterama" panose="020B0504020200020000" pitchFamily="34" charset="0"/>
              </a:rPr>
              <a:t>Follow the QR code for instructions</a:t>
            </a:r>
            <a:endParaRPr lang="en-US" sz="2800" dirty="0">
              <a:solidFill>
                <a:schemeClr val="bg1"/>
              </a:solidFill>
              <a:latin typeface="Posterama" panose="020B0504020200020000" pitchFamily="34" charset="0"/>
              <a:cs typeface="Posterama" panose="020B0504020200020000" pitchFamily="34" charset="0"/>
            </a:endParaRPr>
          </a:p>
        </p:txBody>
      </p:sp>
      <p:pic>
        <p:nvPicPr>
          <p:cNvPr id="18" name="Graphic 17">
            <a:extLst>
              <a:ext uri="{FF2B5EF4-FFF2-40B4-BE49-F238E27FC236}">
                <a16:creationId xmlns:a16="http://schemas.microsoft.com/office/drawing/2014/main" id="{CD9F5D3D-CD7C-9B8A-BE8A-D038F7D2064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112734" y="5448822"/>
            <a:ext cx="1409178" cy="1409178"/>
          </a:xfrm>
          <a:prstGeom prst="rect">
            <a:avLst/>
          </a:prstGeom>
        </p:spPr>
      </p:pic>
      <p:pic>
        <p:nvPicPr>
          <p:cNvPr id="20" name="Graphic 19">
            <a:extLst>
              <a:ext uri="{FF2B5EF4-FFF2-40B4-BE49-F238E27FC236}">
                <a16:creationId xmlns:a16="http://schemas.microsoft.com/office/drawing/2014/main" id="{AF252949-564D-C3A1-B086-E8601A4F040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184781" y="100208"/>
            <a:ext cx="1845597" cy="1845597"/>
          </a:xfrm>
          <a:prstGeom prst="rect">
            <a:avLst/>
          </a:prstGeom>
        </p:spPr>
      </p:pic>
      <p:pic>
        <p:nvPicPr>
          <p:cNvPr id="22" name="Picture 21" descr="A white text on a black background&#10;&#10;AI-generated content may be incorrect.">
            <a:extLst>
              <a:ext uri="{FF2B5EF4-FFF2-40B4-BE49-F238E27FC236}">
                <a16:creationId xmlns:a16="http://schemas.microsoft.com/office/drawing/2014/main" id="{C7AAB806-FC7F-8AF9-DD9C-0C6D3AB2D0C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83293" y="6069444"/>
            <a:ext cx="1409179" cy="657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81413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54</Words>
  <Application>Microsoft Macintosh PowerPoint</Application>
  <PresentationFormat>Widescreen</PresentationFormat>
  <Paragraphs>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Aptos Display</vt:lpstr>
      <vt:lpstr>Aptos</vt:lpstr>
      <vt:lpstr>Posterama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Giovanni Vigna</dc:creator>
  <cp:lastModifiedBy>Giovanni Vigna</cp:lastModifiedBy>
  <cp:revision>3</cp:revision>
  <dcterms:created xsi:type="dcterms:W3CDTF">2026-02-13T00:05:21Z</dcterms:created>
  <dcterms:modified xsi:type="dcterms:W3CDTF">2026-02-13T02:19:49Z</dcterms:modified>
</cp:coreProperties>
</file>